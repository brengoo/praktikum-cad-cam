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314" r:id="rId5"/>
    <p:sldId id="315" r:id="rId6"/>
    <p:sldId id="316" r:id="rId7"/>
    <p:sldId id="317" r:id="rId8"/>
    <p:sldId id="318" r:id="rId9"/>
    <p:sldId id="319" r:id="rId10"/>
    <p:sldId id="320" r:id="rId11"/>
    <p:sldId id="325" r:id="rId12"/>
    <p:sldId id="321" r:id="rId13"/>
    <p:sldId id="322" r:id="rId14"/>
    <p:sldId id="323" r:id="rId15"/>
    <p:sldId id="324" r:id="rId16"/>
    <p:sldId id="3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095" y="2786797"/>
            <a:ext cx="6539599" cy="1284405"/>
          </a:xfrm>
        </p:spPr>
        <p:txBody>
          <a:bodyPr>
            <a:normAutofit fontScale="90000"/>
          </a:bodyPr>
          <a:lstStyle/>
          <a:p>
            <a:pPr algn="r"/>
            <a:r>
              <a:rPr lang="en-US" sz="8800" b="1" dirty="0"/>
              <a:t>cad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CF9E0D-5618-BFFF-D70E-69D83B846833}"/>
              </a:ext>
            </a:extLst>
          </p:cNvPr>
          <p:cNvSpPr txBox="1">
            <a:spLocks/>
          </p:cNvSpPr>
          <p:nvPr/>
        </p:nvSpPr>
        <p:spPr>
          <a:xfrm>
            <a:off x="441306" y="4989871"/>
            <a:ext cx="2139662" cy="1426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/>
              <a:t>#7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8C1F5D-EAB2-948F-009B-C862596F9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0694" y="441468"/>
            <a:ext cx="4680000" cy="14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6FBB-9BF7-EB0F-48B6-3CDDD20F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0"/>
            <a:ext cx="5397910" cy="3368819"/>
          </a:xfrm>
        </p:spPr>
        <p:txBody>
          <a:bodyPr/>
          <a:lstStyle/>
          <a:p>
            <a:r>
              <a:rPr lang="en-US" sz="6000" dirty="0"/>
              <a:t>Materi</a:t>
            </a:r>
            <a:br>
              <a:rPr lang="en-US" dirty="0"/>
            </a:br>
            <a:r>
              <a:rPr lang="en-US" sz="2400" dirty="0"/>
              <a:t>- </a:t>
            </a:r>
            <a:r>
              <a:rPr lang="en-US" sz="2400" dirty="0" err="1"/>
              <a:t>cara</a:t>
            </a:r>
            <a:r>
              <a:rPr lang="en-US" sz="2400" dirty="0"/>
              <a:t> Membuat file assembly</a:t>
            </a:r>
            <a:br>
              <a:rPr lang="en-US" sz="2400" dirty="0"/>
            </a:br>
            <a:r>
              <a:rPr lang="en-US" sz="2400" dirty="0"/>
              <a:t>- Jenis-</a:t>
            </a:r>
            <a:r>
              <a:rPr lang="en-US" sz="2400" dirty="0" err="1"/>
              <a:t>jenis</a:t>
            </a:r>
            <a:r>
              <a:rPr lang="en-US" sz="2400" dirty="0"/>
              <a:t> mates</a:t>
            </a:r>
            <a:br>
              <a:rPr lang="en-US" sz="2400" dirty="0"/>
            </a:br>
            <a:r>
              <a:rPr lang="en-US" sz="2400" dirty="0"/>
              <a:t>- Reference geometry coordinate</a:t>
            </a:r>
            <a:br>
              <a:rPr lang="en-US" sz="2400" dirty="0"/>
            </a:br>
            <a:r>
              <a:rPr lang="en-US" sz="2400" dirty="0"/>
              <a:t>- </a:t>
            </a:r>
            <a:r>
              <a:rPr lang="en-US" sz="2400" dirty="0" err="1"/>
              <a:t>praktek</a:t>
            </a:r>
            <a:endParaRPr lang="en-ID" sz="60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A0D1FC0-9999-7F86-9FB0-C61854C5E62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348" r="26348"/>
          <a:stretch>
            <a:fillRect/>
          </a:stretch>
        </p:blipFill>
        <p:spPr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57697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D1B2-ED1E-3BAE-2CD7-20C01B3F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116" y="624022"/>
            <a:ext cx="6695767" cy="791823"/>
          </a:xfrm>
        </p:spPr>
        <p:txBody>
          <a:bodyPr>
            <a:normAutofit/>
          </a:bodyPr>
          <a:lstStyle/>
          <a:p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assembly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CE0AF-6D79-AEDB-0367-16FC4F5BC7DC}"/>
              </a:ext>
            </a:extLst>
          </p:cNvPr>
          <p:cNvSpPr txBox="1"/>
          <p:nvPr/>
        </p:nvSpPr>
        <p:spPr>
          <a:xfrm>
            <a:off x="1986116" y="1671484"/>
            <a:ext cx="9409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Assembly -&gt; </a:t>
            </a:r>
            <a:r>
              <a:rPr lang="en-US" sz="2400" dirty="0" err="1">
                <a:solidFill>
                  <a:schemeClr val="bg1"/>
                </a:solidFill>
              </a:rPr>
              <a:t>Menggabungkan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beberapa</a:t>
            </a:r>
            <a:r>
              <a:rPr lang="en-US" sz="2400" dirty="0">
                <a:solidFill>
                  <a:schemeClr val="bg1"/>
                </a:solidFill>
              </a:rPr>
              <a:t> parts </a:t>
            </a:r>
            <a:r>
              <a:rPr lang="en-US" sz="2400" dirty="0" err="1">
                <a:solidFill>
                  <a:schemeClr val="bg1"/>
                </a:solidFill>
              </a:rPr>
              <a:t>menjadi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satu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kesatuan</a:t>
            </a:r>
            <a:r>
              <a:rPr lang="en-US" sz="2400" dirty="0">
                <a:solidFill>
                  <a:schemeClr val="bg1"/>
                </a:solidFill>
              </a:rPr>
              <a:t> yang </a:t>
            </a:r>
            <a:r>
              <a:rPr lang="en-US" sz="2400" dirty="0" err="1">
                <a:solidFill>
                  <a:schemeClr val="bg1"/>
                </a:solidFill>
              </a:rPr>
              <a:t>utuh</a:t>
            </a:r>
            <a:endParaRPr lang="en-ID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6A8B2-895B-1807-C6E3-2A0D4A40D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999" y="2758120"/>
            <a:ext cx="7200000" cy="38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03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0C50-ADB0-76DB-2B0D-C8E46F255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1742-FA9B-2A45-EB0A-3E148793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19" y="678427"/>
            <a:ext cx="9802762" cy="825910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Cara </a:t>
            </a:r>
            <a:r>
              <a:rPr lang="en-US" dirty="0" err="1"/>
              <a:t>membuat</a:t>
            </a:r>
            <a:r>
              <a:rPr lang="en-US" dirty="0"/>
              <a:t> file assembly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5A5F2-CA74-37FD-B11E-B2E3BF72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000" y="2074608"/>
            <a:ext cx="6120000" cy="44154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E4467E-7828-159F-DEF5-B36D63F8620B}"/>
              </a:ext>
            </a:extLst>
          </p:cNvPr>
          <p:cNvSpPr txBox="1"/>
          <p:nvPr/>
        </p:nvSpPr>
        <p:spPr>
          <a:xfrm>
            <a:off x="2674374" y="1504337"/>
            <a:ext cx="897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Klik</a:t>
            </a:r>
            <a:r>
              <a:rPr lang="en-US" sz="2400" dirty="0">
                <a:solidFill>
                  <a:schemeClr val="bg1"/>
                </a:solidFill>
              </a:rPr>
              <a:t> file -&gt; new -&gt; </a:t>
            </a:r>
            <a:r>
              <a:rPr lang="en-US" sz="2400" dirty="0" err="1">
                <a:solidFill>
                  <a:schemeClr val="bg1"/>
                </a:solidFill>
              </a:rPr>
              <a:t>lalu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pilih</a:t>
            </a:r>
            <a:r>
              <a:rPr lang="en-US" sz="2400" dirty="0">
                <a:solidFill>
                  <a:schemeClr val="bg1"/>
                </a:solidFill>
              </a:rPr>
              <a:t> Assembly</a:t>
            </a:r>
            <a:endParaRPr lang="en-ID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03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E16E-8C73-2C22-8F7E-D405AAA9A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511B2-50B3-A7B4-943B-54F1327E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941" y="918989"/>
            <a:ext cx="7998542" cy="791823"/>
          </a:xfrm>
        </p:spPr>
        <p:txBody>
          <a:bodyPr>
            <a:normAutofit/>
          </a:bodyPr>
          <a:lstStyle/>
          <a:p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mates</a:t>
            </a:r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D42A0C-0460-08ED-4C04-D03C98828D90}"/>
              </a:ext>
            </a:extLst>
          </p:cNvPr>
          <p:cNvSpPr txBox="1">
            <a:spLocks/>
          </p:cNvSpPr>
          <p:nvPr/>
        </p:nvSpPr>
        <p:spPr>
          <a:xfrm>
            <a:off x="2165554" y="3053087"/>
            <a:ext cx="7998542" cy="7918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Jenis-</a:t>
            </a:r>
            <a:r>
              <a:rPr lang="en-US" dirty="0" err="1"/>
              <a:t>jenis</a:t>
            </a:r>
            <a:r>
              <a:rPr lang="en-US" dirty="0"/>
              <a:t> mates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00CAB-DD5D-9457-A764-1CA4C99C4918}"/>
              </a:ext>
            </a:extLst>
          </p:cNvPr>
          <p:cNvSpPr txBox="1"/>
          <p:nvPr/>
        </p:nvSpPr>
        <p:spPr>
          <a:xfrm>
            <a:off x="2054941" y="1966451"/>
            <a:ext cx="9409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Mates -&gt; </a:t>
            </a:r>
            <a:r>
              <a:rPr lang="en-US" sz="2400" dirty="0" err="1">
                <a:solidFill>
                  <a:schemeClr val="bg1"/>
                </a:solidFill>
              </a:rPr>
              <a:t>fitur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relasi</a:t>
            </a:r>
            <a:r>
              <a:rPr lang="en-US" sz="2400" dirty="0">
                <a:solidFill>
                  <a:schemeClr val="bg1"/>
                </a:solidFill>
              </a:rPr>
              <a:t>/</a:t>
            </a:r>
            <a:r>
              <a:rPr lang="en-US" sz="2400" dirty="0" err="1">
                <a:solidFill>
                  <a:schemeClr val="bg1"/>
                </a:solidFill>
              </a:rPr>
              <a:t>hubungan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antar</a:t>
            </a:r>
            <a:r>
              <a:rPr lang="en-US" sz="2400" dirty="0">
                <a:solidFill>
                  <a:schemeClr val="bg1"/>
                </a:solidFill>
              </a:rPr>
              <a:t> parts </a:t>
            </a:r>
            <a:r>
              <a:rPr lang="en-US" sz="2400" dirty="0" err="1">
                <a:solidFill>
                  <a:schemeClr val="bg1"/>
                </a:solidFill>
              </a:rPr>
              <a:t>supaya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saling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membentuk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satu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kesatuan</a:t>
            </a:r>
            <a:endParaRPr lang="en-ID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E1DD9-D04F-48F5-CBF7-EE3B4AE9CBA4}"/>
              </a:ext>
            </a:extLst>
          </p:cNvPr>
          <p:cNvSpPr txBox="1"/>
          <p:nvPr/>
        </p:nvSpPr>
        <p:spPr>
          <a:xfrm>
            <a:off x="2165555" y="4100549"/>
            <a:ext cx="2504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 err="1">
                <a:solidFill>
                  <a:schemeClr val="bg1"/>
                </a:solidFill>
              </a:rPr>
              <a:t>Standar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Advanced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Mechanical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Analysis</a:t>
            </a:r>
            <a:endParaRPr lang="en-ID"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2A94E2-DB5A-F7DD-EC8B-D5EC318BE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095" y="4100549"/>
            <a:ext cx="3600000" cy="1753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D3D5B2-94C7-ADEE-19E1-0A2B10838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226" y="1019584"/>
            <a:ext cx="447737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2C9DA-7645-5695-385B-02AFB624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37395-901F-CEF5-4D58-2F4FC40C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19" y="717755"/>
            <a:ext cx="9802762" cy="825910"/>
          </a:xfrm>
        </p:spPr>
        <p:txBody>
          <a:bodyPr>
            <a:normAutofit/>
          </a:bodyPr>
          <a:lstStyle/>
          <a:p>
            <a:pPr algn="r"/>
            <a:r>
              <a:rPr lang="en-US" dirty="0" err="1"/>
              <a:t>Tipe-Tipe</a:t>
            </a:r>
            <a:r>
              <a:rPr lang="en-US" dirty="0"/>
              <a:t> standard mates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F788B-B831-3EA3-CF87-04F46B426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0" y="1820245"/>
            <a:ext cx="3259636" cy="432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A0B869-7D0C-5D7E-4DCF-890C319F4F09}"/>
              </a:ext>
            </a:extLst>
          </p:cNvPr>
          <p:cNvSpPr txBox="1"/>
          <p:nvPr/>
        </p:nvSpPr>
        <p:spPr>
          <a:xfrm>
            <a:off x="4213366" y="1892928"/>
            <a:ext cx="74575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Coincident = </a:t>
            </a:r>
            <a:r>
              <a:rPr lang="en-US" dirty="0" err="1">
                <a:solidFill>
                  <a:schemeClr val="bg1"/>
                </a:solidFill>
              </a:rPr>
              <a:t>Menggabungkan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antara</a:t>
            </a:r>
            <a:r>
              <a:rPr lang="en-US" dirty="0">
                <a:solidFill>
                  <a:schemeClr val="bg1"/>
                </a:solidFill>
              </a:rPr>
              <a:t> 2 </a:t>
            </a:r>
            <a:r>
              <a:rPr lang="en-US" dirty="0" err="1">
                <a:solidFill>
                  <a:schemeClr val="bg1"/>
                </a:solidFill>
              </a:rPr>
              <a:t>bentuk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Parallel = Membuat </a:t>
            </a:r>
            <a:r>
              <a:rPr lang="en-US" dirty="0" err="1">
                <a:solidFill>
                  <a:schemeClr val="bg1"/>
                </a:solidFill>
              </a:rPr>
              <a:t>bentuk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sejajar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Perpendicular = </a:t>
            </a:r>
            <a:r>
              <a:rPr lang="en-US" dirty="0" err="1">
                <a:solidFill>
                  <a:schemeClr val="bg1"/>
                </a:solidFill>
              </a:rPr>
              <a:t>Bentuk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saling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tegak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lurus</a:t>
            </a:r>
            <a:r>
              <a:rPr lang="en-US" dirty="0">
                <a:solidFill>
                  <a:schemeClr val="bg1"/>
                </a:solidFill>
              </a:rPr>
              <a:t> (90°)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Tangent = </a:t>
            </a:r>
            <a:r>
              <a:rPr lang="en-US" dirty="0" err="1">
                <a:solidFill>
                  <a:schemeClr val="bg1"/>
                </a:solidFill>
              </a:rPr>
              <a:t>Permukaan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melengkung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menempel</a:t>
            </a:r>
            <a:r>
              <a:rPr lang="en-US" dirty="0">
                <a:solidFill>
                  <a:schemeClr val="bg1"/>
                </a:solidFill>
              </a:rPr>
              <a:t> pada </a:t>
            </a:r>
            <a:r>
              <a:rPr lang="en-US" dirty="0" err="1">
                <a:solidFill>
                  <a:schemeClr val="bg1"/>
                </a:solidFill>
              </a:rPr>
              <a:t>permukaan</a:t>
            </a:r>
            <a:r>
              <a:rPr lang="en-US" dirty="0">
                <a:solidFill>
                  <a:schemeClr val="bg1"/>
                </a:solidFill>
              </a:rPr>
              <a:t> lain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Concentric = </a:t>
            </a:r>
            <a:r>
              <a:rPr lang="en-US" dirty="0" err="1">
                <a:solidFill>
                  <a:schemeClr val="bg1"/>
                </a:solidFill>
              </a:rPr>
              <a:t>Menyamakan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titik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pusat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sesama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lingkaran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silinder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Lock = </a:t>
            </a:r>
            <a:r>
              <a:rPr lang="en-US" dirty="0" err="1">
                <a:solidFill>
                  <a:schemeClr val="bg1"/>
                </a:solidFill>
              </a:rPr>
              <a:t>Mengunci</a:t>
            </a:r>
            <a:r>
              <a:rPr lang="en-US" dirty="0">
                <a:solidFill>
                  <a:schemeClr val="bg1"/>
                </a:solidFill>
              </a:rPr>
              <a:t> parts </a:t>
            </a:r>
            <a:r>
              <a:rPr lang="en-US" dirty="0" err="1">
                <a:solidFill>
                  <a:schemeClr val="bg1"/>
                </a:solidFill>
              </a:rPr>
              <a:t>supaya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berubah-ubah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Distance = </a:t>
            </a:r>
            <a:r>
              <a:rPr lang="en-US" dirty="0" err="1">
                <a:solidFill>
                  <a:schemeClr val="bg1"/>
                </a:solidFill>
              </a:rPr>
              <a:t>Memberi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kedua</a:t>
            </a:r>
            <a:r>
              <a:rPr lang="en-US" dirty="0">
                <a:solidFill>
                  <a:schemeClr val="bg1"/>
                </a:solidFill>
              </a:rPr>
              <a:t> parts</a:t>
            </a:r>
          </a:p>
          <a:p>
            <a:pPr marL="342900" indent="-34290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Angle = </a:t>
            </a:r>
            <a:r>
              <a:rPr lang="en-US" dirty="0" err="1">
                <a:solidFill>
                  <a:schemeClr val="bg1"/>
                </a:solidFill>
              </a:rPr>
              <a:t>Memberi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jarak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sudut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antara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kedua</a:t>
            </a:r>
            <a:r>
              <a:rPr lang="en-US" dirty="0">
                <a:solidFill>
                  <a:schemeClr val="bg1"/>
                </a:solidFill>
              </a:rPr>
              <a:t> parts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92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36D5-14E2-6AF4-BE67-B501AFD8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1AF9-6233-095E-A15F-C2C67BE7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226" y="560437"/>
            <a:ext cx="9124336" cy="1213721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Apa </a:t>
            </a:r>
            <a:r>
              <a:rPr lang="en-US" sz="4000" dirty="0" err="1"/>
              <a:t>itu</a:t>
            </a:r>
            <a:br>
              <a:rPr lang="en-US" sz="4000" dirty="0"/>
            </a:br>
            <a:r>
              <a:rPr lang="en-US" sz="4000" dirty="0"/>
              <a:t>Reference geometry coordinate</a:t>
            </a:r>
            <a:endParaRPr lang="en-ID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AA880-0250-589A-252E-A2C4A03953DB}"/>
              </a:ext>
            </a:extLst>
          </p:cNvPr>
          <p:cNvSpPr txBox="1"/>
          <p:nvPr/>
        </p:nvSpPr>
        <p:spPr>
          <a:xfrm>
            <a:off x="2222091" y="1869369"/>
            <a:ext cx="940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-&gt; Fitur </a:t>
            </a:r>
            <a:r>
              <a:rPr lang="en-US" sz="2400" dirty="0" err="1">
                <a:solidFill>
                  <a:schemeClr val="bg1"/>
                </a:solidFill>
              </a:rPr>
              <a:t>untuk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mengetahui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titik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koordinat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tertentu</a:t>
            </a:r>
            <a:r>
              <a:rPr lang="en-US" sz="2400" dirty="0">
                <a:solidFill>
                  <a:schemeClr val="bg1"/>
                </a:solidFill>
              </a:rPr>
              <a:t> pada </a:t>
            </a:r>
            <a:r>
              <a:rPr lang="en-US" sz="2400" dirty="0" err="1">
                <a:solidFill>
                  <a:schemeClr val="bg1"/>
                </a:solidFill>
              </a:rPr>
              <a:t>komponen</a:t>
            </a:r>
            <a:endParaRPr lang="en-ID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CC8B9-89ED-4DCD-6144-DF7EFF963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255" y="3730627"/>
            <a:ext cx="2248214" cy="2438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55B7D3-C694-E78C-A309-62651F80C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097" y="3205655"/>
            <a:ext cx="1620000" cy="34886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AB309A-C5B4-A787-5CD7-D597A4385E5C}"/>
              </a:ext>
            </a:extLst>
          </p:cNvPr>
          <p:cNvSpPr txBox="1"/>
          <p:nvPr/>
        </p:nvSpPr>
        <p:spPr>
          <a:xfrm>
            <a:off x="1848465" y="2537512"/>
            <a:ext cx="978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Cara: </a:t>
            </a:r>
            <a:r>
              <a:rPr lang="en-US" sz="2400" dirty="0" err="1">
                <a:solidFill>
                  <a:schemeClr val="bg1"/>
                </a:solidFill>
              </a:rPr>
              <a:t>Klik</a:t>
            </a:r>
            <a:r>
              <a:rPr lang="en-US" sz="2400" dirty="0">
                <a:solidFill>
                  <a:schemeClr val="bg1"/>
                </a:solidFill>
              </a:rPr>
              <a:t> features -&gt; reference geometry -&gt; </a:t>
            </a:r>
            <a:r>
              <a:rPr lang="en-US" sz="2400" dirty="0" err="1">
                <a:solidFill>
                  <a:schemeClr val="bg1"/>
                </a:solidFill>
              </a:rPr>
              <a:t>lalu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pilih</a:t>
            </a:r>
            <a:r>
              <a:rPr lang="en-US" sz="2400" dirty="0">
                <a:solidFill>
                  <a:schemeClr val="bg1"/>
                </a:solidFill>
              </a:rPr>
              <a:t> Coordinate System</a:t>
            </a:r>
            <a:endParaRPr lang="en-ID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54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4A1F-E87A-2493-8082-605515A0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4650-EE6E-99FE-4142-60073720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361" y="245806"/>
            <a:ext cx="9124336" cy="1406013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COBA</a:t>
            </a:r>
            <a:br>
              <a:rPr lang="en-US" sz="4000" dirty="0"/>
            </a:br>
            <a:r>
              <a:rPr lang="en-US" sz="4000" dirty="0"/>
              <a:t>Reference geometry coordinate</a:t>
            </a:r>
            <a:endParaRPr lang="en-ID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3816F-B5A0-E637-9D56-17E47C274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529" y="1883103"/>
            <a:ext cx="6120000" cy="472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99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DB5F-A0DE-2F98-55C5-238858B42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4ABB-4125-97F0-6842-56CB1ECD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94" y="3554035"/>
            <a:ext cx="3544530" cy="791823"/>
          </a:xfrm>
        </p:spPr>
        <p:txBody>
          <a:bodyPr>
            <a:normAutofit/>
          </a:bodyPr>
          <a:lstStyle/>
          <a:p>
            <a:r>
              <a:rPr lang="en-US" dirty="0" err="1"/>
              <a:t>Praktek</a:t>
            </a:r>
            <a:r>
              <a:rPr lang="en-US" dirty="0"/>
              <a:t> #1</a:t>
            </a:r>
            <a:endParaRPr lang="en-ID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1F7D24-C929-0209-8850-DD05DA4C9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12" y="369000"/>
            <a:ext cx="7920000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93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6EFC-57BA-B5F3-71CF-5B28ECAB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F0E0-4F70-FA2D-F1BA-4FE64FC9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94" y="3554035"/>
            <a:ext cx="3544530" cy="791823"/>
          </a:xfrm>
        </p:spPr>
        <p:txBody>
          <a:bodyPr>
            <a:normAutofit/>
          </a:bodyPr>
          <a:lstStyle/>
          <a:p>
            <a:r>
              <a:rPr lang="en-US" dirty="0" err="1"/>
              <a:t>Praktek</a:t>
            </a:r>
            <a:r>
              <a:rPr lang="en-US" dirty="0"/>
              <a:t> #2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DBCD5-A18B-4756-EA4A-A4163F15E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12" y="628327"/>
            <a:ext cx="7920000" cy="560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04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8305-643C-2C07-762C-EE0E607B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F70D-E863-055C-8CB0-1B32BB105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94" y="3554035"/>
            <a:ext cx="3544530" cy="791823"/>
          </a:xfrm>
        </p:spPr>
        <p:txBody>
          <a:bodyPr>
            <a:normAutofit/>
          </a:bodyPr>
          <a:lstStyle/>
          <a:p>
            <a:r>
              <a:rPr lang="en-US" dirty="0" err="1"/>
              <a:t>Praktek</a:t>
            </a:r>
            <a:r>
              <a:rPr lang="en-US" dirty="0"/>
              <a:t> #3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C3F05-E9FC-2D5B-1E04-DA5DBB8F9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12" y="628327"/>
            <a:ext cx="7920000" cy="560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93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76E92-C2D2-EE21-E211-556E703CE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5DB9-A945-51D7-6789-C4D432A0A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94" y="3554035"/>
            <a:ext cx="3544530" cy="791823"/>
          </a:xfrm>
        </p:spPr>
        <p:txBody>
          <a:bodyPr>
            <a:normAutofit/>
          </a:bodyPr>
          <a:lstStyle/>
          <a:p>
            <a:r>
              <a:rPr lang="en-US" dirty="0" err="1"/>
              <a:t>Praktek</a:t>
            </a:r>
            <a:r>
              <a:rPr lang="en-US" dirty="0"/>
              <a:t> #4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FEC75-10F3-D741-E857-D4B54B0B7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12" y="627198"/>
            <a:ext cx="7920000" cy="560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49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- baren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384</TotalTime>
  <Words>181</Words>
  <Application>Microsoft Office PowerPoint</Application>
  <PresentationFormat>Widescreen</PresentationFormat>
  <Paragraphs>42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cad</vt:lpstr>
      <vt:lpstr>Materi - cara Membuat file assembly - Jenis-jenis mates - Reference geometry coordinate - praktek</vt:lpstr>
      <vt:lpstr>Apa itu assembly</vt:lpstr>
      <vt:lpstr>Cara membuat file assembly</vt:lpstr>
      <vt:lpstr>Apa itu mates</vt:lpstr>
      <vt:lpstr>Tipe-Tipe standard mates</vt:lpstr>
      <vt:lpstr>Apa itu Reference geometry coordinate</vt:lpstr>
      <vt:lpstr>COBA Reference geometry coordinate</vt:lpstr>
      <vt:lpstr>Praktek #1</vt:lpstr>
      <vt:lpstr>Praktek #2</vt:lpstr>
      <vt:lpstr>Praktek #3</vt:lpstr>
      <vt:lpstr>Praktek #4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17</cp:revision>
  <dcterms:created xsi:type="dcterms:W3CDTF">2026-02-17T16:32:01Z</dcterms:created>
  <dcterms:modified xsi:type="dcterms:W3CDTF">2026-04-21T03:23:00Z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