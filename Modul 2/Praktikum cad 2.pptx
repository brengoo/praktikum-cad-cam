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3"/>
  </p:notesMasterIdLst>
  <p:handoutMasterIdLst>
    <p:handoutMasterId r:id="rId14"/>
  </p:handoutMasterIdLst>
  <p:sldIdLst>
    <p:sldId id="314" r:id="rId5"/>
    <p:sldId id="316" r:id="rId6"/>
    <p:sldId id="317" r:id="rId7"/>
    <p:sldId id="318" r:id="rId8"/>
    <p:sldId id="319" r:id="rId9"/>
    <p:sldId id="320" r:id="rId10"/>
    <p:sldId id="321" r:id="rId11"/>
    <p:sldId id="30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F6224-1271-139A-2B64-E2363C974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CD313-90AF-74BA-A1F2-C714E227E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92C6B-9AC2-ADE0-FF69-DFDBBE966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B1B8A-04D2-30D4-4B76-3527453B6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498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5D6F4-07AA-8D15-422A-6786C08E1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ED1642-45EF-BC42-F3B8-8197128C5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D1922-5026-59CC-7B7A-2E37D4B2C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BEAEB-5670-DA77-B0A1-3CCA5E9D8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52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93D92-FA21-315B-CCBC-DB15108F1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7725D-F085-34AD-F85A-C289A864F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94EF66-EBFB-5E40-5D16-508AEBCDD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582F2-8A4D-4B69-F937-112C224B1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902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A3E9-13B2-6977-2BEA-B90D19F0D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8C164-165F-B2FA-2831-400D7BB5C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DA083-CADE-C48A-67D3-BCF046F9B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2A6F1-232D-5DCE-2D0D-DEADCC7C2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219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7763C-6E56-8EE5-21A6-CEEA4B6E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E652A-1C62-35E4-4FC2-3E9FC405C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0ED8E-F5C8-1127-9718-D042881FE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9E00D-9DC3-3631-0910-F2C335F46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256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095" y="2786797"/>
            <a:ext cx="6539599" cy="1284405"/>
          </a:xfrm>
        </p:spPr>
        <p:txBody>
          <a:bodyPr>
            <a:normAutofit fontScale="90000"/>
          </a:bodyPr>
          <a:lstStyle/>
          <a:p>
            <a:pPr algn="r"/>
            <a:r>
              <a:rPr lang="en-US" sz="8800" b="1" dirty="0"/>
              <a:t>cad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CF9E0D-5618-BFFF-D70E-69D83B846833}"/>
              </a:ext>
            </a:extLst>
          </p:cNvPr>
          <p:cNvSpPr txBox="1">
            <a:spLocks/>
          </p:cNvSpPr>
          <p:nvPr/>
        </p:nvSpPr>
        <p:spPr>
          <a:xfrm>
            <a:off x="441306" y="4989871"/>
            <a:ext cx="2139662" cy="14266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dirty="0"/>
              <a:t>#2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D8C1F5D-EAB2-948F-009B-C862596F91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0694" y="441468"/>
            <a:ext cx="4680000" cy="14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68" y="370695"/>
            <a:ext cx="3264310" cy="927162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/>
              <a:t>Gambar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4D62F6-70C3-1708-175F-6417178F7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000" y="1178966"/>
            <a:ext cx="9720000" cy="530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317C2-9138-3E45-F56D-C669F8D1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A625-DE2C-5C4E-6B01-951E89E59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68" y="370695"/>
            <a:ext cx="3264310" cy="927162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/>
              <a:t>Gambar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191760-66CE-1A6B-5F8A-80C26163D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078" y="370695"/>
            <a:ext cx="6513780" cy="61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1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21D88-C8B7-F84C-E567-94AE678C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6810B-CAB0-2C84-5F8F-E079339EB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68" y="370695"/>
            <a:ext cx="3264310" cy="927162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/>
              <a:t>Gambar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40FD7D-2AB1-1EC3-1E5C-FA1BCE94BB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4" t="5824" r="900"/>
          <a:stretch>
            <a:fillRect/>
          </a:stretch>
        </p:blipFill>
        <p:spPr>
          <a:xfrm>
            <a:off x="2136000" y="1297857"/>
            <a:ext cx="7920000" cy="539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415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2CC66-C198-D406-B3E5-8DD38338F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E395F-21C0-5944-5B23-33DD4602C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68" y="370695"/>
            <a:ext cx="3264310" cy="927162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/>
              <a:t>Gambar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D8774-7615-F970-6556-92FB1FEFC9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" t="5405" r="1127"/>
          <a:stretch>
            <a:fillRect/>
          </a:stretch>
        </p:blipFill>
        <p:spPr>
          <a:xfrm>
            <a:off x="2136000" y="1297857"/>
            <a:ext cx="7920000" cy="538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26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3C213-2A11-9AAD-C5AF-6673514AA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969D3-B75D-BEFC-4B92-D4CFD265A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68" y="370695"/>
            <a:ext cx="3264310" cy="927162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/>
              <a:t>Gambar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385ACD-1FBB-82CD-3EEA-CA35151365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32"/>
          <a:stretch>
            <a:fillRect/>
          </a:stretch>
        </p:blipFill>
        <p:spPr>
          <a:xfrm>
            <a:off x="2136000" y="1297857"/>
            <a:ext cx="7920000" cy="539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84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634D9-6E72-2950-721B-9CD12850B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F742-0FC4-7849-5D58-7CE717954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68" y="370695"/>
            <a:ext cx="3264310" cy="927162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/>
              <a:t>Gambar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3F944C-9A77-2E4A-27FB-983DE0066D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33" b="2052"/>
          <a:stretch>
            <a:fillRect/>
          </a:stretch>
        </p:blipFill>
        <p:spPr>
          <a:xfrm>
            <a:off x="2136000" y="1297857"/>
            <a:ext cx="7920000" cy="533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061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>
            <a:normAutofit/>
          </a:bodyPr>
          <a:lstStyle/>
          <a:p>
            <a:r>
              <a:rPr lang="en-US" sz="7200" b="1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/>
          <a:lstStyle/>
          <a:p>
            <a:r>
              <a:rPr lang="en-US" dirty="0"/>
              <a:t>- baren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38</TotalTime>
  <Words>27</Words>
  <Application>Microsoft Office PowerPoint</Application>
  <PresentationFormat>Widescreen</PresentationFormat>
  <Paragraphs>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Tenorite</vt:lpstr>
      <vt:lpstr>Custom</vt:lpstr>
      <vt:lpstr>cad</vt:lpstr>
      <vt:lpstr>Gambar 1</vt:lpstr>
      <vt:lpstr>Gambar 2</vt:lpstr>
      <vt:lpstr>Gambar 3</vt:lpstr>
      <vt:lpstr>Gambar 4</vt:lpstr>
      <vt:lpstr>Gambar 5</vt:lpstr>
      <vt:lpstr>Gambar 6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Barendra Wisnu Ihsan Kumala</dc:creator>
  <cp:lastModifiedBy>Barendra Wisnu Ihsan Kumala</cp:lastModifiedBy>
  <cp:revision>4</cp:revision>
  <dcterms:created xsi:type="dcterms:W3CDTF">2026-02-17T16:32:01Z</dcterms:created>
  <dcterms:modified xsi:type="dcterms:W3CDTF">2026-03-03T14:30:14Z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