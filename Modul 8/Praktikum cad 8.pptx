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0"/>
  </p:notesMasterIdLst>
  <p:handoutMasterIdLst>
    <p:handoutMasterId r:id="rId11"/>
  </p:handoutMasterIdLst>
  <p:sldIdLst>
    <p:sldId id="314" r:id="rId5"/>
    <p:sldId id="319" r:id="rId6"/>
    <p:sldId id="317" r:id="rId7"/>
    <p:sldId id="318" r:id="rId8"/>
    <p:sldId id="30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5/1/2026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5/1/2026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966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left Imag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right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sz="16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ybKt07DclG6JpjkTUewKHsPyupKKS2EB/view?usp=sharing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1095" y="1876669"/>
            <a:ext cx="6539599" cy="2194534"/>
          </a:xfrm>
        </p:spPr>
        <p:txBody>
          <a:bodyPr>
            <a:normAutofit fontScale="90000"/>
          </a:bodyPr>
          <a:lstStyle/>
          <a:p>
            <a:pPr algn="r"/>
            <a:r>
              <a:rPr lang="en-US" sz="8800" b="1" dirty="0"/>
              <a:t>cad</a:t>
            </a:r>
            <a:br>
              <a:rPr lang="en-US" sz="8800" b="1" dirty="0"/>
            </a:br>
            <a:r>
              <a:rPr lang="en-US" sz="8800" b="1" dirty="0"/>
              <a:t>SHEET METAL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5CF9E0D-5618-BFFF-D70E-69D83B846833}"/>
              </a:ext>
            </a:extLst>
          </p:cNvPr>
          <p:cNvSpPr txBox="1">
            <a:spLocks/>
          </p:cNvSpPr>
          <p:nvPr/>
        </p:nvSpPr>
        <p:spPr>
          <a:xfrm>
            <a:off x="441306" y="4989871"/>
            <a:ext cx="2139662" cy="14266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800" b="1" dirty="0"/>
              <a:t>#8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D8C1F5D-EAB2-948F-009B-C862596F91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70694" y="441468"/>
            <a:ext cx="4680000" cy="14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5057B-B169-2239-730D-CC058BEAB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DBA65-99A6-C0DD-75B9-DD4286987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4941" y="334297"/>
            <a:ext cx="9802761" cy="856349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Apa </a:t>
            </a:r>
            <a:r>
              <a:rPr lang="en-US" b="1" dirty="0" err="1"/>
              <a:t>itu</a:t>
            </a:r>
            <a:r>
              <a:rPr lang="en-US" b="1" dirty="0"/>
              <a:t> SHEET METAL?</a:t>
            </a:r>
            <a:endParaRPr lang="en-ID" dirty="0"/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533AC70B-C8C7-CF46-0023-51F0E78F8B2D}"/>
              </a:ext>
            </a:extLst>
          </p:cNvPr>
          <p:cNvSpPr txBox="1">
            <a:spLocks/>
          </p:cNvSpPr>
          <p:nvPr/>
        </p:nvSpPr>
        <p:spPr>
          <a:xfrm>
            <a:off x="2054942" y="1377459"/>
            <a:ext cx="9000000" cy="5299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Lembaran </a:t>
            </a:r>
            <a:r>
              <a:rPr lang="en-US" dirty="0" err="1">
                <a:solidFill>
                  <a:schemeClr val="bg1"/>
                </a:solidFill>
              </a:rPr>
              <a:t>logam</a:t>
            </a:r>
            <a:r>
              <a:rPr lang="en-US" dirty="0">
                <a:solidFill>
                  <a:schemeClr val="bg1"/>
                </a:solidFill>
              </a:rPr>
              <a:t> yang </a:t>
            </a:r>
            <a:r>
              <a:rPr lang="en-US" dirty="0" err="1">
                <a:solidFill>
                  <a:schemeClr val="bg1"/>
                </a:solidFill>
              </a:rPr>
              <a:t>dibentuk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menjadi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suatu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benda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1CE7FE-8341-B972-24D7-96C3EB73A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941" y="1907458"/>
            <a:ext cx="9000000" cy="47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978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BE519-A9F0-536C-E71F-A6BAC94F6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4941" y="334297"/>
            <a:ext cx="9802761" cy="856349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MENAMBAHKAN TAB SHEET METAL</a:t>
            </a:r>
            <a:endParaRPr lang="en-ID" dirty="0"/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8C055EF9-5151-EA52-DEBB-CEE03B0D19F5}"/>
              </a:ext>
            </a:extLst>
          </p:cNvPr>
          <p:cNvSpPr txBox="1">
            <a:spLocks/>
          </p:cNvSpPr>
          <p:nvPr/>
        </p:nvSpPr>
        <p:spPr>
          <a:xfrm>
            <a:off x="2054941" y="1377459"/>
            <a:ext cx="9462341" cy="5299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Saat </a:t>
            </a:r>
            <a:r>
              <a:rPr lang="en-US" dirty="0" err="1">
                <a:solidFill>
                  <a:schemeClr val="bg1"/>
                </a:solidFill>
              </a:rPr>
              <a:t>masuk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kemudian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klik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kanan</a:t>
            </a:r>
            <a:r>
              <a:rPr lang="en-US" dirty="0">
                <a:solidFill>
                  <a:schemeClr val="bg1"/>
                </a:solidFill>
              </a:rPr>
              <a:t> -&gt; tabs -&gt; </a:t>
            </a:r>
            <a:r>
              <a:rPr lang="en-US" dirty="0" err="1">
                <a:solidFill>
                  <a:schemeClr val="bg1"/>
                </a:solidFill>
              </a:rPr>
              <a:t>klik</a:t>
            </a:r>
            <a:r>
              <a:rPr lang="en-US" dirty="0">
                <a:solidFill>
                  <a:schemeClr val="bg1"/>
                </a:solidFill>
              </a:rPr>
              <a:t> Sheet Metal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FEC094-776F-CF90-6207-FBE356473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6000" y="1997268"/>
            <a:ext cx="5400000" cy="468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98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43F67-D930-840D-16AF-E218D38DE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CFD8D-6F38-31F0-87F7-5C9A6983F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3239" y="1347199"/>
            <a:ext cx="9802761" cy="1376516"/>
          </a:xfrm>
        </p:spPr>
        <p:txBody>
          <a:bodyPr>
            <a:normAutofit/>
          </a:bodyPr>
          <a:lstStyle/>
          <a:p>
            <a:pPr algn="ctr"/>
            <a:r>
              <a:rPr lang="en-US" sz="8800" b="1" dirty="0"/>
              <a:t>SAATNYA BERMAIN</a:t>
            </a:r>
            <a:endParaRPr lang="en-ID" sz="8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6A37DD-8B1C-EE78-FE9C-8FCA7F6169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3307"/>
          <a:stretch>
            <a:fillRect/>
          </a:stretch>
        </p:blipFill>
        <p:spPr>
          <a:xfrm>
            <a:off x="696000" y="3429000"/>
            <a:ext cx="10800000" cy="953550"/>
          </a:xfrm>
          <a:prstGeom prst="rect">
            <a:avLst/>
          </a:prstGeom>
        </p:spPr>
      </p:pic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93B26765-1B84-17E1-D400-01AA2DA0E10D}"/>
              </a:ext>
            </a:extLst>
          </p:cNvPr>
          <p:cNvSpPr txBox="1">
            <a:spLocks/>
          </p:cNvSpPr>
          <p:nvPr/>
        </p:nvSpPr>
        <p:spPr>
          <a:xfrm>
            <a:off x="1364829" y="4847595"/>
            <a:ext cx="9462341" cy="13264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Soal: </a:t>
            </a:r>
            <a:r>
              <a:rPr lang="en-US" dirty="0">
                <a:solidFill>
                  <a:schemeClr val="bg1"/>
                </a:solidFill>
                <a:hlinkClick r:id="rId3"/>
              </a:rPr>
              <a:t>https://drive.google.com/file/d/1ybKt07DclG6JpjkTUewKHsPyupKKS2EB/view?usp=sharing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23928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7B52831-0916-294C-0ACB-9774B9805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E82E216E-9EE0-9D3F-D692-083F575A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515" y="374090"/>
            <a:ext cx="5057104" cy="3624984"/>
          </a:xfrm>
        </p:spPr>
        <p:txBody>
          <a:bodyPr>
            <a:normAutofit/>
          </a:bodyPr>
          <a:lstStyle/>
          <a:p>
            <a:r>
              <a:rPr lang="en-US" sz="7200" b="1" dirty="0"/>
              <a:t>Thank you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F398FDD-E639-CF6A-B875-443655F2B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1514" y="4172989"/>
            <a:ext cx="5057103" cy="2519363"/>
          </a:xfrm>
        </p:spPr>
        <p:txBody>
          <a:bodyPr/>
          <a:lstStyle/>
          <a:p>
            <a:r>
              <a:rPr lang="en-US" dirty="0"/>
              <a:t>- baren</a:t>
            </a:r>
          </a:p>
        </p:txBody>
      </p:sp>
    </p:spTree>
    <p:extLst>
      <p:ext uri="{BB962C8B-B14F-4D97-AF65-F5344CB8AC3E}">
        <p14:creationId xmlns:p14="http://schemas.microsoft.com/office/powerpoint/2010/main" val="76993264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2318419_win32_SL_V9" id="{8502042B-488E-4F33-AD20-77B40A1BC1AA}" vid="{A90C26AF-23CA-48C5-BFF9-84DC7B1C91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22457D9-12AC-4794-A05E-F1B90FCD8D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7B39BD0-040C-43BE-B0E4-512B09E800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B045227-5724-4DBF-9712-031B1BFB2C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sales pitch</Template>
  <TotalTime>159</TotalTime>
  <Words>62</Words>
  <Application>Microsoft Office PowerPoint</Application>
  <PresentationFormat>Widescreen</PresentationFormat>
  <Paragraphs>12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Tenorite</vt:lpstr>
      <vt:lpstr>Custom</vt:lpstr>
      <vt:lpstr>cad SHEET METAL</vt:lpstr>
      <vt:lpstr>Apa itu SHEET METAL?</vt:lpstr>
      <vt:lpstr>MENAMBAHKAN TAB SHEET METAL</vt:lpstr>
      <vt:lpstr>SAATNYA BERMAIN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Barendra Wisnu Ihsan Kumala</dc:creator>
  <cp:lastModifiedBy>Barendra Wisnu Ihsan Kumala</cp:lastModifiedBy>
  <cp:revision>13</cp:revision>
  <dcterms:created xsi:type="dcterms:W3CDTF">2026-02-17T16:32:01Z</dcterms:created>
  <dcterms:modified xsi:type="dcterms:W3CDTF">2026-05-01T05:41:53Z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