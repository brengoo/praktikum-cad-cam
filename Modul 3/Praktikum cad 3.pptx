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1"/>
  </p:notesMasterIdLst>
  <p:handoutMasterIdLst>
    <p:handoutMasterId r:id="rId12"/>
  </p:handoutMasterIdLst>
  <p:sldIdLst>
    <p:sldId id="314" r:id="rId5"/>
    <p:sldId id="316" r:id="rId6"/>
    <p:sldId id="317" r:id="rId7"/>
    <p:sldId id="318" r:id="rId8"/>
    <p:sldId id="319" r:id="rId9"/>
    <p:sldId id="3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70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6224-1271-139A-2B64-E2363C97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CD313-90AF-74BA-A1F2-C714E227E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92C6B-9AC2-ADE0-FF69-DFDBBE966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B1B8A-04D2-30D4-4B76-3527453B6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498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D6F4-07AA-8D15-422A-6786C08E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D1642-45EF-BC42-F3B8-8197128C5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D1922-5026-59CC-7B7A-2E37D4B2C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BEAEB-5670-DA77-B0A1-3CCA5E9D8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2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3D92-FA21-315B-CCBC-DB15108F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7725D-F085-34AD-F85A-C289A864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4EF66-EBFB-5E40-5D16-508AEBCDD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82F2-8A4D-4B69-F937-112C224B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02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5" y="2786797"/>
            <a:ext cx="6539599" cy="1284405"/>
          </a:xfrm>
        </p:spPr>
        <p:txBody>
          <a:bodyPr>
            <a:normAutofit fontScale="90000"/>
          </a:bodyPr>
          <a:lstStyle/>
          <a:p>
            <a:pPr algn="r"/>
            <a:r>
              <a:rPr lang="en-US" sz="8800" b="1" dirty="0"/>
              <a:t>cad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F9E0D-5618-BFFF-D70E-69D83B846833}"/>
              </a:ext>
            </a:extLst>
          </p:cNvPr>
          <p:cNvSpPr txBox="1">
            <a:spLocks/>
          </p:cNvSpPr>
          <p:nvPr/>
        </p:nvSpPr>
        <p:spPr>
          <a:xfrm>
            <a:off x="441306" y="4989871"/>
            <a:ext cx="2139662" cy="1426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/>
              <a:t>#3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8C1F5D-EAB2-948F-009B-C862596F9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0694" y="441468"/>
            <a:ext cx="4680000" cy="1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0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63B83-8D13-5247-E9B1-4C6A173E2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48" t="15627" r="8432" b="46050"/>
          <a:stretch>
            <a:fillRect/>
          </a:stretch>
        </p:blipFill>
        <p:spPr>
          <a:xfrm>
            <a:off x="2496000" y="927162"/>
            <a:ext cx="7200000" cy="579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17C2-9138-3E45-F56D-C669F8D1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A625-DE2C-5C4E-6B01-951E89E5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000" y="121438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F2338-6A28-4B66-C1C0-9EBB2FC74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45" t="55627" r="6809" b="8609"/>
          <a:stretch>
            <a:fillRect/>
          </a:stretch>
        </p:blipFill>
        <p:spPr>
          <a:xfrm>
            <a:off x="2496000" y="1123807"/>
            <a:ext cx="7200000" cy="52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1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1D88-C8B7-F84C-E567-94AE678C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810B-CAB0-2C84-5F8F-E079339E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296" y="292036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DFA76A-9FC7-D525-FDA0-CBEFB817C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43" t="13308" r="12226" b="52185"/>
          <a:stretch>
            <a:fillRect/>
          </a:stretch>
        </p:blipFill>
        <p:spPr>
          <a:xfrm>
            <a:off x="2496000" y="1219198"/>
            <a:ext cx="7200000" cy="554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1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CC66-C198-D406-B3E5-8DD38338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395F-21C0-5944-5B23-33DD4602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000" y="115056"/>
            <a:ext cx="3264310" cy="927162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/>
              <a:t>Gambar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02F65-4F5E-5C6F-332B-B33E2D74D6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01" t="49432" r="14565" b="16918"/>
          <a:stretch>
            <a:fillRect/>
          </a:stretch>
        </p:blipFill>
        <p:spPr>
          <a:xfrm>
            <a:off x="2496000" y="1042218"/>
            <a:ext cx="7200000" cy="565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2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- baren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54</TotalTime>
  <Words>21</Words>
  <Application>Microsoft Office PowerPoint</Application>
  <PresentationFormat>Widescreen</PresentationFormat>
  <Paragraphs>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cad</vt:lpstr>
      <vt:lpstr>Gambar 1</vt:lpstr>
      <vt:lpstr>Gambar 2</vt:lpstr>
      <vt:lpstr>Gambar 3</vt:lpstr>
      <vt:lpstr>Gambar 4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6</cp:revision>
  <dcterms:created xsi:type="dcterms:W3CDTF">2026-02-17T16:32:01Z</dcterms:created>
  <dcterms:modified xsi:type="dcterms:W3CDTF">2026-03-08T08:42:34Z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