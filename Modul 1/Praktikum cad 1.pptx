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9"/>
  </p:notesMasterIdLst>
  <p:handoutMasterIdLst>
    <p:handoutMasterId r:id="rId10"/>
  </p:handoutMasterIdLst>
  <p:sldIdLst>
    <p:sldId id="314" r:id="rId5"/>
    <p:sldId id="319" r:id="rId6"/>
    <p:sldId id="316" r:id="rId7"/>
    <p:sldId id="30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2/17/2026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1095" y="3696928"/>
            <a:ext cx="6539599" cy="2719604"/>
          </a:xfrm>
        </p:spPr>
        <p:txBody>
          <a:bodyPr>
            <a:normAutofit/>
          </a:bodyPr>
          <a:lstStyle/>
          <a:p>
            <a:pPr algn="r"/>
            <a:r>
              <a:rPr lang="en-US" sz="8800" b="1" dirty="0" err="1"/>
              <a:t>Praktikum</a:t>
            </a:r>
            <a:r>
              <a:rPr lang="en-US" sz="8800" b="1" dirty="0"/>
              <a:t> cad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5CF9E0D-5618-BFFF-D70E-69D83B846833}"/>
              </a:ext>
            </a:extLst>
          </p:cNvPr>
          <p:cNvSpPr txBox="1">
            <a:spLocks/>
          </p:cNvSpPr>
          <p:nvPr/>
        </p:nvSpPr>
        <p:spPr>
          <a:xfrm>
            <a:off x="441306" y="4989871"/>
            <a:ext cx="2139662" cy="14266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b="1" dirty="0"/>
              <a:t>#1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D8C1F5D-EAB2-948F-009B-C862596F91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70694" y="441468"/>
            <a:ext cx="4680000" cy="143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5561" y="375284"/>
            <a:ext cx="4896678" cy="2603889"/>
          </a:xfrm>
        </p:spPr>
        <p:txBody>
          <a:bodyPr/>
          <a:lstStyle/>
          <a:p>
            <a:pPr algn="ctr"/>
            <a:r>
              <a:rPr lang="en-US" b="1" dirty="0"/>
              <a:t>Apa </a:t>
            </a:r>
            <a:r>
              <a:rPr lang="en-US" b="1" dirty="0" err="1"/>
              <a:t>itu</a:t>
            </a:r>
            <a:r>
              <a:rPr lang="en-US" b="1" dirty="0"/>
              <a:t> cad?</a:t>
            </a:r>
          </a:p>
        </p:txBody>
      </p:sp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25000" r="25000"/>
          <a:stretch/>
        </p:blipFill>
        <p:spPr>
          <a:xfrm>
            <a:off x="0" y="0"/>
            <a:ext cx="609600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0" y="3429000"/>
            <a:ext cx="5417574" cy="3053716"/>
          </a:xfrm>
        </p:spPr>
        <p:txBody>
          <a:bodyPr>
            <a:normAutofit/>
          </a:bodyPr>
          <a:lstStyle/>
          <a:p>
            <a:r>
              <a:rPr lang="en-US" sz="3200" noProof="1"/>
              <a:t>Computer Aided-Design (CAD) merupakan pemodelan 2D/3D dengan menggunakan komputer guna merancang suatu produk</a:t>
            </a:r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81973"/>
            <a:ext cx="10294374" cy="5094054"/>
          </a:xfrm>
        </p:spPr>
        <p:txBody>
          <a:bodyPr anchor="ctr">
            <a:normAutofit/>
          </a:bodyPr>
          <a:lstStyle/>
          <a:p>
            <a:pPr algn="r"/>
            <a:r>
              <a:rPr lang="en-US" sz="14900" b="1" dirty="0" err="1"/>
              <a:t>Langsung</a:t>
            </a:r>
            <a:r>
              <a:rPr lang="en-US" sz="14900" b="1" dirty="0"/>
              <a:t> </a:t>
            </a:r>
            <a:r>
              <a:rPr lang="en-US" sz="14900" b="1" dirty="0" err="1"/>
              <a:t>praktek</a:t>
            </a:r>
            <a:endParaRPr lang="en-US" sz="14900" b="1" dirty="0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>
            <a:normAutofit/>
          </a:bodyPr>
          <a:lstStyle/>
          <a:p>
            <a:r>
              <a:rPr lang="en-US" sz="7200" b="1" dirty="0"/>
              <a:t>Thank you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1514" y="4172989"/>
            <a:ext cx="5057103" cy="2519363"/>
          </a:xfrm>
        </p:spPr>
        <p:txBody>
          <a:bodyPr/>
          <a:lstStyle/>
          <a:p>
            <a:r>
              <a:rPr lang="en-US" dirty="0"/>
              <a:t>- baren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31</TotalTime>
  <Words>35</Words>
  <Application>Microsoft Office PowerPoint</Application>
  <PresentationFormat>Widescreen</PresentationFormat>
  <Paragraphs>11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Tenorite</vt:lpstr>
      <vt:lpstr>Custom</vt:lpstr>
      <vt:lpstr>Praktikum cad</vt:lpstr>
      <vt:lpstr>Apa itu cad?</vt:lpstr>
      <vt:lpstr>Langsung praktek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Barendra Wisnu Ihsan Kumala</dc:creator>
  <cp:lastModifiedBy>Barendra Wisnu Ihsan Kumala</cp:lastModifiedBy>
  <cp:revision>1</cp:revision>
  <dcterms:created xsi:type="dcterms:W3CDTF">2026-02-17T16:32:01Z</dcterms:created>
  <dcterms:modified xsi:type="dcterms:W3CDTF">2026-02-17T17:03:52Z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